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43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499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35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314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75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0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22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082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69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794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842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4580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892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9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462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318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89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E347BA0-D572-47BA-8868-D56D8D502BD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EE1AFE3-372F-44AC-AF3E-32FD947A1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4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31EC225-4D0C-1D7F-F441-A73D71E17E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13458" y="2672189"/>
            <a:ext cx="10440000" cy="255454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RetailPulse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Analytics 2025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Retail Sales Data Analysis &amp; Business Intelligence Project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Tools Used: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Excel • Oracle SQL • Python • Power BI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Prepared by: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Ruchika Sharma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Year: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366154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9088-1FD0-EE3E-3351-4A0E4C25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8926CD-225D-9AAD-DE2B-79F4F57F802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015760"/>
            <a:ext cx="11110734" cy="4126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RetailPulse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retail sales data analysis and business intelligence project.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analyzes sales, profit, customers, products, discounts, payments, and regional performance.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was analyzed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Excel, Oracle SQL, Python, and 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objective is to identify key business trends and generate actionable insights.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analysis also includes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What-If Analysis and Sensitivity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4646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8147-97D8-EB81-8D65-BF25C1CE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5D0F93-B035-57CB-2E59-96B58C88286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1721449"/>
            <a:ext cx="6353021" cy="4715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overall sales and profitability.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top-performing products and categories.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and regional sales performance.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Examine payment modes and sales channels.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monthly sales trends.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impact of discounts on profit.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an interactive Power BI dashboard.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useful business insights and recommendations. </a:t>
            </a:r>
          </a:p>
        </p:txBody>
      </p:sp>
    </p:spTree>
    <p:extLst>
      <p:ext uri="{BB962C8B-B14F-4D97-AF65-F5344CB8AC3E}">
        <p14:creationId xmlns:p14="http://schemas.microsoft.com/office/powerpoint/2010/main" val="4017544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83254-2FB6-50A7-A573-DC4C70B04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&amp; 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9C7D4-B54F-8051-99E7-BE850F96EE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9265" y="2837996"/>
            <a:ext cx="10363826" cy="3424107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Dataset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RetailPulse</a:t>
            </a:r>
            <a:r>
              <a:rPr lang="en-IN" dirty="0"/>
              <a:t> retail sales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Contains sales, profit, customer, product, discount, payment, and regional information.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Analytical Tools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    Excel</a:t>
            </a:r>
            <a:r>
              <a:rPr lang="en-IN" dirty="0"/>
              <a:t> — PivotTables, KPIs, What-If &amp; Sensitivity Analysis </a:t>
            </a:r>
          </a:p>
          <a:p>
            <a:pPr marL="0" indent="0">
              <a:buNone/>
            </a:pPr>
            <a:r>
              <a:rPr lang="en-IN" b="1" dirty="0"/>
              <a:t>   Oracle SQL</a:t>
            </a:r>
            <a:r>
              <a:rPr lang="en-IN" dirty="0"/>
              <a:t> — Data querying and business analysis </a:t>
            </a:r>
          </a:p>
          <a:p>
            <a:pPr marL="0" indent="0">
              <a:buNone/>
            </a:pPr>
            <a:r>
              <a:rPr lang="en-IN" b="1" dirty="0"/>
              <a:t>    Python</a:t>
            </a:r>
            <a:r>
              <a:rPr lang="en-IN" dirty="0"/>
              <a:t> — Pandas, Matplotlib &amp; Seaborn </a:t>
            </a:r>
          </a:p>
          <a:p>
            <a:pPr marL="0" indent="0">
              <a:buNone/>
            </a:pPr>
            <a:r>
              <a:rPr lang="en-IN" b="1" dirty="0"/>
              <a:t>    Power BI</a:t>
            </a:r>
            <a:r>
              <a:rPr lang="en-IN" dirty="0"/>
              <a:t> — Interactive dashboard and visualizations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pic>
        <p:nvPicPr>
          <p:cNvPr id="11" name="Graphic 10" descr="Presentation with bar chart with solid fill">
            <a:extLst>
              <a:ext uri="{FF2B5EF4-FFF2-40B4-BE49-F238E27FC236}">
                <a16:creationId xmlns:a16="http://schemas.microsoft.com/office/drawing/2014/main" id="{C2C0B939-E103-AEA4-8F36-6DE3CC0EB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265" y="4522642"/>
            <a:ext cx="252714" cy="252714"/>
          </a:xfrm>
          <a:prstGeom prst="rect">
            <a:avLst/>
          </a:prstGeom>
        </p:spPr>
      </p:pic>
      <p:pic>
        <p:nvPicPr>
          <p:cNvPr id="12" name="Graphic 11" descr="Presentation with bar chart with solid fill">
            <a:extLst>
              <a:ext uri="{FF2B5EF4-FFF2-40B4-BE49-F238E27FC236}">
                <a16:creationId xmlns:a16="http://schemas.microsoft.com/office/drawing/2014/main" id="{029CDF60-1279-377D-5CE4-0369F97CF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265" y="4963609"/>
            <a:ext cx="252714" cy="252714"/>
          </a:xfrm>
          <a:prstGeom prst="rect">
            <a:avLst/>
          </a:prstGeom>
        </p:spPr>
      </p:pic>
      <p:pic>
        <p:nvPicPr>
          <p:cNvPr id="13" name="Graphic 12" descr="Presentation with bar chart with solid fill">
            <a:extLst>
              <a:ext uri="{FF2B5EF4-FFF2-40B4-BE49-F238E27FC236}">
                <a16:creationId xmlns:a16="http://schemas.microsoft.com/office/drawing/2014/main" id="{2913BEEE-57C3-54EE-8F43-A4646E701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909" y="5398658"/>
            <a:ext cx="252714" cy="252714"/>
          </a:xfrm>
          <a:prstGeom prst="rect">
            <a:avLst/>
          </a:prstGeom>
        </p:spPr>
      </p:pic>
      <p:pic>
        <p:nvPicPr>
          <p:cNvPr id="14" name="Graphic 13" descr="Presentation with bar chart with solid fill">
            <a:extLst>
              <a:ext uri="{FF2B5EF4-FFF2-40B4-BE49-F238E27FC236}">
                <a16:creationId xmlns:a16="http://schemas.microsoft.com/office/drawing/2014/main" id="{A6460323-8491-29D0-4C0D-C07B84535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909" y="5805899"/>
            <a:ext cx="252714" cy="25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70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38F0-9925-1003-54FC-8BD7B323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9934" y="89439"/>
            <a:ext cx="10364451" cy="1596177"/>
          </a:xfrm>
        </p:spPr>
        <p:txBody>
          <a:bodyPr/>
          <a:lstStyle/>
          <a:p>
            <a:r>
              <a:rPr lang="en-IN" dirty="0"/>
              <a:t>Excel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1A8F72-F01C-3788-CCC3-B597936E16C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73937" y="668173"/>
            <a:ext cx="6169932" cy="610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PivotTables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and profit across different dimensions.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Calculated key performance indicators such as total sales, profit, orders, and profit margin.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category, region, payment mode, and monthly performance.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What-If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evaluate different business scenarios.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Sensitivity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examine the impact of discount changes on profit.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EA5510-569B-ACA0-A5E5-BDD277FAE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869" y="1377386"/>
            <a:ext cx="5548131" cy="548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80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ADEFD-67C9-8FEB-AFDA-2FD565F5D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67" y="0"/>
            <a:ext cx="10364451" cy="1596177"/>
          </a:xfrm>
        </p:spPr>
        <p:txBody>
          <a:bodyPr/>
          <a:lstStyle/>
          <a:p>
            <a:r>
              <a:rPr lang="en-IN" dirty="0"/>
              <a:t>SQL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A3CD5E-112D-5891-F462-DA93EF8B2CD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55273" y="1034611"/>
            <a:ext cx="5440727" cy="5823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Oracle SQL to query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retail sales dataset.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Calculated total sales, total profit, and average profit margin.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top-performing products, brands, categories, and states.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by gender, payment mode, customer segment, and month.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aggregation, grouping, sorting, and filtering to generate business insights.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9C21E1-78BE-CBB6-699B-0D7E2D1A4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213" y="1596177"/>
            <a:ext cx="5339787" cy="526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85EF-CDBE-F50F-1995-A0EA3FC3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576148"/>
            <a:ext cx="5467735" cy="1596177"/>
          </a:xfrm>
        </p:spPr>
        <p:txBody>
          <a:bodyPr/>
          <a:lstStyle/>
          <a:p>
            <a:r>
              <a:rPr lang="en-IN" dirty="0"/>
              <a:t>Python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32B2E9-6A76-0A02-56B4-4E9AB6C3288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26695" y="2172325"/>
            <a:ext cx="7263527" cy="3607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Python for exploratory data analysis and visualization.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and examined the dataset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sales, profit, discount, and other numerical variables.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Studied relationships between variables using correlation analysis.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visualizations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and Seaborn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trends and patterns to support business insights.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356968-9A8C-D457-D4A7-532B77F4D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400" y="3429000"/>
            <a:ext cx="4405905" cy="324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92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7349-FCF4-97E6-C741-527F8725B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1" y="618517"/>
            <a:ext cx="5182226" cy="1596177"/>
          </a:xfrm>
        </p:spPr>
        <p:txBody>
          <a:bodyPr/>
          <a:lstStyle/>
          <a:p>
            <a:r>
              <a:rPr lang="en-IN" dirty="0"/>
              <a:t>Power BI 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6C9608-19BA-2F09-68FE-95598750618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5121" y="1575381"/>
            <a:ext cx="7292676" cy="5269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an interactive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RetailPulse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Displayed key KPIs including total sales, orders, profit, and profit margin.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by category, city, state, payment mode, and sales channel.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monthly sales trends.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interactive filters for category, region, payment mode, and order month.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the dashboard to support quick business decision-making.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64C83-8E56-3FE3-4054-A49FF972C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702" y="4072635"/>
            <a:ext cx="5155298" cy="277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3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FAFB-7CAC-4EE2-27C3-3FCBD512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3" y="269431"/>
            <a:ext cx="5328839" cy="1596177"/>
          </a:xfrm>
        </p:spPr>
        <p:txBody>
          <a:bodyPr/>
          <a:lstStyle/>
          <a:p>
            <a:r>
              <a:rPr lang="en-IN" dirty="0"/>
              <a:t>Key Business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76D933-D86F-DE09-CFF8-058BD89FAE1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0" y="1865608"/>
            <a:ext cx="8021256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Laptops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generated the highest sales among product categories.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Maharashtra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the top-performing state by sales.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Mumbai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recorded the highest sales among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cities.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showed noticeable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fluctuations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stronger performance in some months.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and offline sales channels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both contributed significantly to overall sales.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 levels can negatively affect profit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as shown by the sensitivity analysis.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6A900A-55FE-08B5-A81F-63DF6EAF3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0050" y="2635626"/>
            <a:ext cx="1971950" cy="1381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4DAEE4-7EB2-80B1-B151-B6CDB3D4F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43" y="2635626"/>
            <a:ext cx="1743318" cy="13983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619280-1C43-47BC-5B9C-85B6C06046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43" y="4132865"/>
            <a:ext cx="4299057" cy="272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50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8F22F-DCE7-2D0D-F5EB-C7B241020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&amp;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C9A069-39C1-0DB5-2793-8950297E8B5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1859948"/>
            <a:ext cx="10213052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high-performing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products, cities, and states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sustain sales growth.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 levels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carefully to protect profit margins.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monthly sales trends for better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and inventory planning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 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and offline sales channels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performance.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interactive dashboards and analytical tools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decision-making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demonstrates 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Excel, SQL, Python, and 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be combined to </a:t>
            </a: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retail performance and generate actionable insights.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0E399-1DAE-7857-E4B6-62A8E45320CC}"/>
              </a:ext>
            </a:extLst>
          </p:cNvPr>
          <p:cNvSpPr txBox="1"/>
          <p:nvPr/>
        </p:nvSpPr>
        <p:spPr>
          <a:xfrm>
            <a:off x="10234914" y="6395541"/>
            <a:ext cx="1582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8290707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148</TotalTime>
  <Words>636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Tw Cen MT</vt:lpstr>
      <vt:lpstr>Wingdings</vt:lpstr>
      <vt:lpstr>Droplet</vt:lpstr>
      <vt:lpstr>RetailPulse Analytics 2025  Retail Sales Data Analysis &amp; Business Intelligence Project Tools Used: Excel • Oracle SQL • Python • Power BI Prepared by: Ruchika Sharma Year: 2025</vt:lpstr>
      <vt:lpstr>Project Overview</vt:lpstr>
      <vt:lpstr>Project Objectives</vt:lpstr>
      <vt:lpstr>Dataset &amp; Tools Used</vt:lpstr>
      <vt:lpstr>Excel Analysis</vt:lpstr>
      <vt:lpstr>SQL Analysis</vt:lpstr>
      <vt:lpstr>Python Analysis</vt:lpstr>
      <vt:lpstr>Power BI Dashboard</vt:lpstr>
      <vt:lpstr>Key Business Insights</vt:lpstr>
      <vt:lpstr>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Ruchika Sharma</dc:creator>
  <cp:lastModifiedBy>Ruchika Sharma</cp:lastModifiedBy>
  <cp:revision>5</cp:revision>
  <dcterms:created xsi:type="dcterms:W3CDTF">2026-08-11T12:02:17Z</dcterms:created>
  <dcterms:modified xsi:type="dcterms:W3CDTF">2026-08-13T06:43:11Z</dcterms:modified>
</cp:coreProperties>
</file>